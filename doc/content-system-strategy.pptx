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1226e13f794678" /><Relationship Type="http://schemas.openxmlformats.org/officeDocument/2006/relationships/extended-properties" Target="/docProps/app.xml" Id="R3820af75fa2140f7" /><Relationship Type="http://schemas.openxmlformats.org/officeDocument/2006/relationships/officeDocument" Target="/ppt/presentation.xml" Id="R82a202da3370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eed21db77b4793"/>
  </p:sldMasterIdLst>
  <p:notesMasterIdLst>
    <p:notesMasterId xmlns:r="http://schemas.openxmlformats.org/officeDocument/2006/relationships" r:id="R614a0f9e8d3b4fff"/>
  </p:notesMasterIdLst>
  <p:sldIdLst>
    <p:sldId xmlns:r="http://schemas.openxmlformats.org/officeDocument/2006/relationships" id="256" r:id="R1cf04de2031a40e5"/>
    <p:sldId xmlns:r="http://schemas.openxmlformats.org/officeDocument/2006/relationships" id="257" r:id="R166a0a1f75e149d3"/>
    <p:sldId xmlns:r="http://schemas.openxmlformats.org/officeDocument/2006/relationships" id="258" r:id="Rf6b619e4cf1c46aa"/>
    <p:sldId xmlns:r="http://schemas.openxmlformats.org/officeDocument/2006/relationships" id="259" r:id="R4b56c28f032f426d"/>
    <p:sldId xmlns:r="http://schemas.openxmlformats.org/officeDocument/2006/relationships" id="260" r:id="R592c8057bf2744a5"/>
    <p:sldId xmlns:r="http://schemas.openxmlformats.org/officeDocument/2006/relationships" id="261" r:id="R79e3eb2e0ce44981"/>
    <p:sldId xmlns:r="http://schemas.openxmlformats.org/officeDocument/2006/relationships" id="262" r:id="Rcd3cb46f5b7d49a0"/>
    <p:sldId xmlns:r="http://schemas.openxmlformats.org/officeDocument/2006/relationships" id="263" r:id="R0430b1c1e59f446e"/>
    <p:sldId xmlns:r="http://schemas.openxmlformats.org/officeDocument/2006/relationships" id="264" r:id="R3e488193e8024167"/>
    <p:sldId xmlns:r="http://schemas.openxmlformats.org/officeDocument/2006/relationships" id="265" r:id="Rba6fec7dc4f247a5"/>
    <p:sldId xmlns:r="http://schemas.openxmlformats.org/officeDocument/2006/relationships" id="266" r:id="Rec5e97fe705648a3"/>
    <p:sldId xmlns:r="http://schemas.openxmlformats.org/officeDocument/2006/relationships" id="267" r:id="R9139ea654fa54ad5"/>
    <p:sldId xmlns:r="http://schemas.openxmlformats.org/officeDocument/2006/relationships" id="268" r:id="Rd7eff39b3aa14c5e"/>
    <p:sldId xmlns:r="http://schemas.openxmlformats.org/officeDocument/2006/relationships" id="269" r:id="Rcc68b4becb0d43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366e2c001d4139" /><Relationship Type="http://schemas.openxmlformats.org/officeDocument/2006/relationships/slideMaster" Target="/ppt/slideMasters/slideMaster1.xml" Id="Radeed21db77b4793" /><Relationship Type="http://schemas.openxmlformats.org/officeDocument/2006/relationships/notesMaster" Target="/ppt/notesMasters/notesMaster1.xml" Id="R614a0f9e8d3b4fff" /><Relationship Type="http://schemas.openxmlformats.org/officeDocument/2006/relationships/presProps" Target="/ppt/presProps.xml" Id="Rb381fe1b6a8e4788" /><Relationship Type="http://schemas.openxmlformats.org/officeDocument/2006/relationships/tableStyles" Target="/ppt/tableStyles.xml" Id="Ra9bad5b93f2d476c" /><Relationship Type="http://schemas.openxmlformats.org/officeDocument/2006/relationships/slide" Target="/ppt/slides/slide1.xml" Id="R1cf04de2031a40e5" /><Relationship Type="http://schemas.openxmlformats.org/officeDocument/2006/relationships/slide" Target="/ppt/slides/slide2.xml" Id="R166a0a1f75e149d3" /><Relationship Type="http://schemas.openxmlformats.org/officeDocument/2006/relationships/slide" Target="/ppt/slides/slide3.xml" Id="Rf6b619e4cf1c46aa" /><Relationship Type="http://schemas.openxmlformats.org/officeDocument/2006/relationships/slide" Target="/ppt/slides/slide4.xml" Id="R4b56c28f032f426d" /><Relationship Type="http://schemas.openxmlformats.org/officeDocument/2006/relationships/slide" Target="/ppt/slides/slide5.xml" Id="R592c8057bf2744a5" /><Relationship Type="http://schemas.openxmlformats.org/officeDocument/2006/relationships/slide" Target="/ppt/slides/slide6.xml" Id="R79e3eb2e0ce44981" /><Relationship Type="http://schemas.openxmlformats.org/officeDocument/2006/relationships/slide" Target="/ppt/slides/slide7.xml" Id="Rcd3cb46f5b7d49a0" /><Relationship Type="http://schemas.openxmlformats.org/officeDocument/2006/relationships/slide" Target="/ppt/slides/slide8.xml" Id="R0430b1c1e59f446e" /><Relationship Type="http://schemas.openxmlformats.org/officeDocument/2006/relationships/slide" Target="/ppt/slides/slide9.xml" Id="R3e488193e8024167" /><Relationship Type="http://schemas.openxmlformats.org/officeDocument/2006/relationships/slide" Target="/ppt/slides/slide10.xml" Id="Rba6fec7dc4f247a5" /><Relationship Type="http://schemas.openxmlformats.org/officeDocument/2006/relationships/slide" Target="/ppt/slides/slide11.xml" Id="Rec5e97fe705648a3" /><Relationship Type="http://schemas.openxmlformats.org/officeDocument/2006/relationships/slide" Target="/ppt/slides/slide12.xml" Id="R9139ea654fa54ad5" /><Relationship Type="http://schemas.openxmlformats.org/officeDocument/2006/relationships/slide" Target="/ppt/slides/slide13.xml" Id="Rd7eff39b3aa14c5e" /><Relationship Type="http://schemas.openxmlformats.org/officeDocument/2006/relationships/slide" Target="/ppt/slides/slide14.xml" Id="Rcc68b4becb0d43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e74ffdf26d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c11552efea402c" /><Relationship Type="http://schemas.openxmlformats.org/officeDocument/2006/relationships/notesMaster" Target="/ppt/notesMasters/notesMaster1.xml" Id="R1be76565d3d94c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0cad20715449e" /><Relationship Type="http://schemas.openxmlformats.org/officeDocument/2006/relationships/notesMaster" Target="/ppt/notesMasters/notesMaster1.xml" Id="Rdb34444c5e5d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a11ab17fab4e2e" /><Relationship Type="http://schemas.openxmlformats.org/officeDocument/2006/relationships/notesMaster" Target="/ppt/notesMasters/notesMaster1.xml" Id="R66a668ab0e48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a2f65e5b34cce" /><Relationship Type="http://schemas.openxmlformats.org/officeDocument/2006/relationships/notesMaster" Target="/ppt/notesMasters/notesMaster1.xml" Id="Rbfaa6d4301454a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399514209c4018" /><Relationship Type="http://schemas.openxmlformats.org/officeDocument/2006/relationships/notesMaster" Target="/ppt/notesMasters/notesMaster1.xml" Id="R73cd0da21301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97fa52bda4256" /><Relationship Type="http://schemas.openxmlformats.org/officeDocument/2006/relationships/notesMaster" Target="/ppt/notesMasters/notesMaster1.xml" Id="Rd5c73baff40e4b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25021d591449e8" /><Relationship Type="http://schemas.openxmlformats.org/officeDocument/2006/relationships/notesMaster" Target="/ppt/notesMasters/notesMaster1.xml" Id="R96bc20ebf0ff4f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c2115af944318" /><Relationship Type="http://schemas.openxmlformats.org/officeDocument/2006/relationships/notesMaster" Target="/ppt/notesMasters/notesMaster1.xml" Id="R4b4a618d496e43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6f214b91b74fe4" /><Relationship Type="http://schemas.openxmlformats.org/officeDocument/2006/relationships/notesMaster" Target="/ppt/notesMasters/notesMaster1.xml" Id="Rd7314fcea60f4a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39dfa0a5994cc7" /><Relationship Type="http://schemas.openxmlformats.org/officeDocument/2006/relationships/notesMaster" Target="/ppt/notesMasters/notesMaster1.xml" Id="Rac406ab10f104f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1f3214838149ec" /><Relationship Type="http://schemas.openxmlformats.org/officeDocument/2006/relationships/notesMaster" Target="/ppt/notesMasters/notesMaster1.xml" Id="R975ab93935c14f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610646a7bb496a" /><Relationship Type="http://schemas.openxmlformats.org/officeDocument/2006/relationships/notesMaster" Target="/ppt/notesMasters/notesMaster1.xml" Id="Rfc7380a006724a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036d9f7efa434a" /><Relationship Type="http://schemas.openxmlformats.org/officeDocument/2006/relationships/notesMaster" Target="/ppt/notesMasters/notesMaster1.xml" Id="Rb86c04bcae7a4c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c5e8c7f1794345" /><Relationship Type="http://schemas.openxmlformats.org/officeDocument/2006/relationships/notesMaster" Target="/ppt/notesMasters/notesMaster1.xml" Id="Ra163a7415d094f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analysis of /Users/alex/Projects/familyos, 2026-08-31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Открывающий вывод: генерация сама по себе не является продуктом.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Генератор заменяем. Память, аудит и адаптеры образуют накопительный актив.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/Users/alex/Projects/familyos/backend/internal/httpapi/router.go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Подчеркнуть: reflection без замыкания на следующий brief является отчётом, а не обучением.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https://docs.langchain.com/oss/python/langchain/human-in-the-loop</a:t>
            </a:r>
          </a:p>
          <a:p xmlns:a="http://schemas.openxmlformats.org/drawingml/2006/main">
            <a:r>
              <a:t>-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/Users/alex/Projects/familyos/backend/internal/httpapi/router.go</a:t>
            </a:r>
          </a:p>
          <a:p xmlns:a="http://schemas.openxmlformats.org/drawingml/2006/main">
            <a:r>
              <a:t>- https://core.telegram.org/bots/api</a:t>
            </a:r>
          </a:p>
          <a:p xmlns:a="http://schemas.openxmlformats.org/drawingml/2006/main">
            <a:r>
              <a:t>- https://www.postman.com/meta/facebook/folder/3nyjb4m/tokens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https://docs.n8n.io/</a:t>
            </a:r>
          </a:p>
          <a:p xmlns:a="http://schemas.openxmlformats.org/drawingml/2006/main">
            <a:r>
              <a:t>- https://docs.n8n.io/workflows/executions/all-executions/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https://docs.temporal.io/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Разделение позволяет позже открыть ядро без раскрытия проектных профилей, источников и метрик.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/Users/alex/Projects/familyos/backend/internal/httpapi/router.go</a:t>
            </a:r>
          </a:p>
          <a:p xmlns:a="http://schemas.openxmlformats.org/drawingml/2006/main">
            <a:r>
              <a:t>- /Users/alex/Projects/familyos/backend/internal/thaiproperty/handler.go</a:t>
            </a:r>
          </a:p>
          <a:p xmlns:a="http://schemas.openxmlformats.org/drawingml/2006/main">
            <a:r>
              <a:t>- /Users/alex/Projects/familyos/backend/internal/asd/handler.go</a:t>
            </a:r>
          </a:p>
          <a:p xmlns:a="http://schemas.openxmlformats.org/drawingml/2006/main">
            <a:r>
              <a:t>- /Users/alex/Projects/familyos/backend/internal/asd/ainote.go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Telegram reactions are available through explicit update subscriptions; analytics availability differs by channel.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https://core.telegram.org/bots/api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Facebook, SaaS, marketplace и autonomous publishing сознательно исключены из пилота.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Пороговые значения являются предложенными decision gates пилота, а не внешней статистикой.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решением о границе пилота.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2b114a7fb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5b6e136ea04a30" /><Relationship Type="http://schemas.openxmlformats.org/officeDocument/2006/relationships/slideLayout" Target="/ppt/slideLayouts/slideLayout1.xml" Id="R26f10eafe53e48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10eafe53e48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08f3d390744a7" /><Relationship Type="http://schemas.openxmlformats.org/officeDocument/2006/relationships/notesSlide" Target="/ppt/notesSlides/notesSlide1.xml" Id="R36cf04958e424a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33793c1044639" /><Relationship Type="http://schemas.openxmlformats.org/officeDocument/2006/relationships/notesSlide" Target="/ppt/notesSlides/notesSlide2.xml" Id="R9016ac356e584e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d06fe080543dd" /><Relationship Type="http://schemas.openxmlformats.org/officeDocument/2006/relationships/notesSlide" Target="/ppt/notesSlides/notesSlide3.xml" Id="R25671f095c1645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5d816d405444f" /><Relationship Type="http://schemas.openxmlformats.org/officeDocument/2006/relationships/notesSlide" Target="/ppt/notesSlides/notesSlide4.xml" Id="R78346312081043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764aa195f43a8" /><Relationship Type="http://schemas.openxmlformats.org/officeDocument/2006/relationships/notesSlide" Target="/ppt/notesSlides/notesSlide5.xml" Id="R8d1617bd16574a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d0b125b804ba2" /><Relationship Type="http://schemas.openxmlformats.org/officeDocument/2006/relationships/notesSlide" Target="/ppt/notesSlides/notesSlide6.xml" Id="Ra76b506fa23a45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e28af04749c4" /><Relationship Type="http://schemas.openxmlformats.org/officeDocument/2006/relationships/notesSlide" Target="/ppt/notesSlides/notesSlide7.xml" Id="R6e3cb0836b9646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bcb30dc0e4391" /><Relationship Type="http://schemas.openxmlformats.org/officeDocument/2006/relationships/notesSlide" Target="/ppt/notesSlides/notesSlide8.xml" Id="Rfa57a2a2f12c4c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09384410c4708" /><Relationship Type="http://schemas.openxmlformats.org/officeDocument/2006/relationships/notesSlide" Target="/ppt/notesSlides/notesSlide9.xml" Id="R39687a9b0e1d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f892844c145f1" /><Relationship Type="http://schemas.openxmlformats.org/officeDocument/2006/relationships/notesSlide" Target="/ppt/notesSlides/notesSlide10.xml" Id="R22782f315b7045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d66a45865413f" /><Relationship Type="http://schemas.openxmlformats.org/officeDocument/2006/relationships/notesSlide" Target="/ppt/notesSlides/notesSlide11.xml" Id="Re0e2f34cd7044e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9cb00224641fc" /><Relationship Type="http://schemas.openxmlformats.org/officeDocument/2006/relationships/notesSlide" Target="/ppt/notesSlides/notesSlide12.xml" Id="R3ed7cdd88b8a4e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1fbdeba84c19" /><Relationship Type="http://schemas.openxmlformats.org/officeDocument/2006/relationships/notesSlide" Target="/ppt/notesSlides/notesSlide13.xml" Id="R814a559a641541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c5d4a34714528" /><Relationship Type="http://schemas.openxmlformats.org/officeDocument/2006/relationships/notesSlide" Target="/ppt/notesSlides/notesSlide14.xml" Id="R70a025c88139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3EC99-6D36-493D-B539-279D98A9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9352D-A263-4857-843E-236BE6B2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СТРАТЕГИЯ ПРОДУКТА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27E07-3A25-4D45-940F-ADACD73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Content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AC0F9-07A8-4268-9BAC-74E4FD3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Система, которая помнит, публикует и учится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A5681-81AC-4DA1-9726-2E2C0876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PattayaDom · SoulArchitecture.Space · AI.SoulArc.Space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B3B97-C4AD-40C9-9B95-717BB22A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90700"/>
            <a:ext cx="371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Решение: отдельный content control plane с человеческим утверждением</a:t>
            </a:r>
          </a:p>
        </p:txBody>
      </p:sp>
    </p:spTree>
    <p:extLst>
      <p:ext uri="{BB962C8B-B14F-4D97-AF65-F5344CB8AC3E}">
        <p14:creationId xmlns:p14="http://schemas.microsoft.com/office/powerpoint/2010/main" val="174252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E82B6-C86F-4709-8B5C-B957FACF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Строить стоит — при правильной границе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A616C-F386-4D83-89B5-CA54706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504CB-988B-47DD-B4E6-9201001E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8F5DB-5377-4C89-878A-8EB9A044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85925"/>
            <a:ext cx="7953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если продукт управляет полным жизненным циклом контента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3162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B0F1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4D640-F17C-40C7-87DA-B5C422F5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НЕТ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AAD42-D85D-469D-981A-16991FB2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7953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если это генератор по расписанию, который не хранит версии, решения человека и фактический результат публикаций</a:t>
            </a:r>
          </a:p>
        </p:txBody>
      </p:sp>
    </p:spTree>
    <p:extLst>
      <p:ext uri="{BB962C8B-B14F-4D97-AF65-F5344CB8AC3E}">
        <p14:creationId xmlns:p14="http://schemas.microsoft.com/office/powerpoint/2010/main" val="1513319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2CE68-FE3F-4CA3-8D93-8F18C92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Ценность возникает после генерации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508C8-E974-4F49-A985-115B8245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19DA8-DD4F-43D0-864F-C4442718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E4B34-6BE1-428F-B888-B0E33D4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430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Память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76D73-4A05-47B9-92A8-99AB4A5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01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Что опубликовано, где, в какой версии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1285875" y="2114550"/>
            <a:ext cx="1004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2170D-2CA8-420F-89AA-F98BE3A5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46087-FF5B-4509-8AB0-18E9F43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Контроль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033C0-3B63-4EBA-9CB4-A2FC24B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Claims, источники, правки, approval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285875" y="3276600"/>
            <a:ext cx="1004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71CCD-23B8-43BE-9961-370554D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E348B-20CE-42BA-89F5-4498BF56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67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Доставка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0F375-CFBE-4392-9B7F-E40776EE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2427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Надёжные адаптеры и idempotency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285875" y="4438650"/>
            <a:ext cx="1004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88363-8159-4DEB-992B-0CB3188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672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6C325-5E8B-4918-BF82-629DF20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291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Рефлексия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A06FD-4615-4D21-BFF5-FABF6D6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863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Наблюдения → гипотеза → следующий тест</a:t>
            </a:r>
          </a:p>
        </p:txBody>
      </p:sp>
    </p:spTree>
    <p:extLst>
      <p:ext uri="{BB962C8B-B14F-4D97-AF65-F5344CB8AC3E}">
        <p14:creationId xmlns:p14="http://schemas.microsoft.com/office/powerpoint/2010/main" val="997101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A385A-D094-412A-9ADD-B17A6A5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Один контур — три редакционных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AF76A-C8D8-49B5-849F-EF08B1A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4C5EB-C61F-4452-AB0A-5428681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ПРОЕКТ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570FA-D9A5-45FD-9477-CAD39D63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PattayaDom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23431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BDE86-77F9-4116-BE9E-DBD944A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ГЕНЕРИРУЕТ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C49F4-41C9-435A-9068-E2E7D958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Визы</a:t>
            </a:r>
          </a:p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Недвижимость</a:t>
            </a:r>
          </a:p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Практические статьи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B8221-AD67-4205-81AD-80388173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ПУБЛИКУЕТ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383B9-EA05-42C3-B857-57E84332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FamilyOS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Telegram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Facebook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969DB-E991-4E14-9F27-05CFE69D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52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ПРОЕКТ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F6040-48D8-406A-B874-9973966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33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SoulArchitecture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57650" y="23431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089E1-B98A-4756-83C6-6F57BD8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ГЕНЕРИРУЕТ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32C2E-E73E-4575-AAC2-D10A9402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AI</a:t>
            </a:r>
          </a:p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Управление</a:t>
            </a:r>
          </a:p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Архитектура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1AE58-DFC7-41C5-8F5A-CE226172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ПУБЛИКУЕТ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62F2C-D2FE-41F6-9F5D-2878846A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38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FamilyOS</a:t>
            </a:r>
          </a:p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Telegram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657CB-0B62-4C09-9512-86F3C57F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52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ПРОЕКТ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D4628-859C-4350-BFD7-9307B64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AI.SoulArc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7715250" y="23431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36F2C-B2EA-47D1-9433-0CF457E5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ГЕНЕРИРУЕТ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324B6-82B8-4297-85AB-56029B69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Неличные AI-заметки</a:t>
            </a:r>
          </a:p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Топы</a:t>
            </a:r>
          </a:p>
          <a:p xmlns:a="http://schemas.openxmlformats.org/drawingml/2006/main">
            <a:pPr algn="l">
              <a:def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SEO / robot-readable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FA8E8-103A-4E63-BDD7-5AB971C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57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ПУБЛИКУЕТ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EAA15-732D-45D8-8D13-0F7CA95D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FamilyOS</a:t>
            </a:r>
          </a:p>
        </p:txBody>
      </p:sp>
    </p:spTree>
    <p:extLst>
      <p:ext uri="{BB962C8B-B14F-4D97-AF65-F5344CB8AC3E}">
        <p14:creationId xmlns:p14="http://schemas.microsoft.com/office/powerpoint/2010/main" val="952215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08ABD-48BB-4C6E-95AA-3457EE0A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Контент работает как замкнутый цикл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BC57B-31D0-4854-A0C5-0687900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76300" y="3133725"/>
            <a:ext cx="10306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EC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BE96-84DC-4B2F-A363-02605DD0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7D233-0621-44F5-AC3E-153E35F4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225AF-FE74-44C3-96F1-9E91FCA8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Тема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04B7C-1127-4911-ACDD-511E377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E6386-AD97-4036-A917-15DD3C7D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1C4DA-77DD-4356-9E8A-61BA9799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Бриф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F53F7-EE62-4629-9395-BFF2E01F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B39D2-4F23-483C-869C-51D1A549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C3737-2C0B-454C-915D-D6C72FFB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Черновик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C1D29-4C67-4977-ABBA-73F6053F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ADB44-7A8C-4261-946B-5B07FB47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C2B0B-7BA3-4EE1-B088-021AA0B2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EFE4B-07C9-40DE-9154-256BFC98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36CF7-4382-48B3-8EF0-E423F45A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2E09A-6B69-4063-8069-82758A48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Публикация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393BE-3623-4BF1-B846-390E9AFF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38A78-7745-48A3-B6A8-4D153BA5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394BE-9741-405A-9769-F4E20031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Сигналы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B495B-E885-42BB-B7FD-50CFA85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22F9E-89D9-4962-A9F9-BA267041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52750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BE5032-0097-4956-BB95-24CD8C76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004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Рефлексия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F832C1-3377-48BB-A9A9-588BA793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0062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Следующий бриф обязан указывать, какие наблюдения он использовал</a:t>
            </a:r>
          </a:p>
        </p:txBody>
      </p:sp>
    </p:spTree>
    <p:extLst>
      <p:ext uri="{BB962C8B-B14F-4D97-AF65-F5344CB8AC3E}">
        <p14:creationId xmlns:p14="http://schemas.microsoft.com/office/powerpoint/2010/main" val="1913581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5F98C-9AA9-4E3F-896C-3419A67D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Человек утверждает; машина исполняет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534E5-5E46-4A63-854B-7961247A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E7FF-1B42-40DB-8789-CD45D3A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МАШИНА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843D5-EFF0-4B57-A6D3-C986197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4857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предлагает темы</a:t>
            </a:r>
          </a:p>
          <a:p xmlns:a="http://schemas.openxmlformats.org/drawingml/2006/main">
            <a:pPr algn="l">
              <a:def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собирает evidence</a:t>
            </a:r>
          </a:p>
          <a:p xmlns:a="http://schemas.openxmlformats.org/drawingml/2006/main">
            <a:pPr algn="l">
              <a:def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создаёт версии</a:t>
            </a:r>
          </a:p>
          <a:p xmlns:a="http://schemas.openxmlformats.org/drawingml/2006/main">
            <a:pPr algn="l">
              <a:def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проверяет schema</a:t>
            </a:r>
          </a:p>
          <a:p xmlns:a="http://schemas.openxmlformats.org/drawingml/2006/main">
            <a:pPr algn="l">
              <a:def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публикует утверждённое</a:t>
            </a:r>
          </a:p>
          <a:p xmlns:a="http://schemas.openxmlformats.org/drawingml/2006/main">
            <a:pPr algn="l">
              <a:def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собирает сигналы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5924550" y="1352550"/>
            <a:ext cx="0" cy="417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EC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CCAB7-F0EC-40CF-99F1-2E959CA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71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8ECF6-F4C5-4B87-BA9A-AC3779B4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716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подтверждает claims</a:t>
            </a:r>
          </a:p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правит тон и позицию</a:t>
            </a:r>
          </a:p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approve / edit / reject</a:t>
            </a:r>
          </a:p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задаёт риск-политику</a:t>
            </a:r>
          </a:p>
          <a:p xmlns:a="http://schemas.openxmlformats.org/drawingml/2006/main">
            <a:pPr algn="l">
              <a:def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решает, что тестировать дальше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96188-9C6F-4A12-8A89-6933AD1C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1B954-6BFE-45A5-A6C2-78D8699A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67300"/>
            <a:ext cx="4429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Визы, право, налоги, цены и инвестиционные тезисы — approval каждого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266986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1335-B92A-4C5E-B3A0-D637321D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Ядро отделяется от каналов адаптерами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6A5D6-477B-4839-9095-AF7CEF9D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550DE-92A5-4517-8E96-62D1652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4286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BE1D-6580-4DB6-935E-E4D70220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CONTENT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1D9C6-C103-4613-A93A-355010A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content items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immutable versions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approvals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outbox + audit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metric snapshots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structured reflections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686300" y="34290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B690B-1A35-4B7D-A826-7454122C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versioned</a:t>
            </a:r>
          </a:p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adapter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4B698-6A29-4C8A-8E2B-8CD8EF63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76375"/>
            <a:ext cx="5286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A3B66-8225-47A9-BAD3-0793202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85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2D5CF-2E2C-4D12-8D75-59D97E9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publish + reactions +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B46C4-E1C5-4444-B4F4-D7D66BFF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57500"/>
            <a:ext cx="5286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14611-71B2-4073-8053-10D6DBC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FamilyOS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A0616-108F-4220-8B95-886F30F2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48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three schema mappings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D4C3A-C449-4A95-8C74-01D610A0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5286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F006-0BE5-4386-9A7C-63B3F6EF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Facebook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18940-279B-4DE0-B9F1-28698A86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publish + insights; later</a:t>
            </a:r>
          </a:p>
        </p:txBody>
      </p:sp>
    </p:spTree>
    <p:extLst>
      <p:ext uri="{BB962C8B-B14F-4D97-AF65-F5344CB8AC3E}">
        <p14:creationId xmlns:p14="http://schemas.microsoft.com/office/powerpoint/2010/main" val="1524686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FE45B3-D2E9-4D78-A53E-0256825F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Отдельный сервис даёт лучший баланс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784F1-999F-4028-B20C-B8EA5D7A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F3235-C38B-478C-A03B-3E265B14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Вариант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F412F-E2F9-45EE-BB13-EFE1594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3525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6082F-CDD6-4D82-BC4A-96C93D3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525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Контроль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8C483-FE4E-43C4-B35B-EA770D1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255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Reuse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D171B-45FC-4AC0-BEB8-5900D4B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5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Вердикт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72402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95FCE-3AF7-49F1-9CE7-8CBBF4F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Модуль FamilyOS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96594-4E69-4F9A-B45D-D4520B04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573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быстро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6E92-65BE-457E-B0AA-83E688FA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573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B6230-7330-4D2F-B623-B2BF80CA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573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низкий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0A7EE-AEB8-49C5-8BF8-E939A1E9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57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временный MVP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244792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FE9F3-F8E0-4882-9AB3-BE3CBE9C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09347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D367A-C626-46DC-904A-1B5AF73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3842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Отдельный сервис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84CEB-91E6-4A1D-93CE-4A9BF15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384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средне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2F345-9407-4CD1-A01B-E108DA0C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384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1BFDD-0201-4592-A3D8-EEA2BC4B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384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577A3-3C08-492A-84FE-E7BE61A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00050" y="32289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CE2DD-5CEE-48AA-BCA8-76EF6DF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n8n как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15044-EC1D-4857-852B-D5891ACB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194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быстро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321EA-A6EA-41D2-96C7-FCD26765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средний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500F9-B5BC-45F7-B80D-2104EEA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194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средний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6164E-F45E-49C0-8FF9-F138BB88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194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прототип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400050" y="401002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5EE77-8E62-48DD-B4CD-95B8B58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LangGraph / Temporal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23CA4-DAE4-4EF2-AA8E-94C5D6C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005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средне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0EB42-E198-4C3C-91BA-6862BDBA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005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227800-4AE5-4436-8FE7-762F466A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05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63835-A908-4D4E-BF1E-87F8AA0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после усложнения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00050" y="479107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4A288C-E4E1-4C86-8984-45531766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81575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SaaS сразу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F6648C-D9F0-47C2-B38E-EAE9699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815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медленно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6EAC1C-EFD6-418D-9412-9C0A0E1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815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средний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8235E9-CF83-4A76-ADFA-95C3EEF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высокий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820C44-066C-4FDE-A2FF-5AF3E4A6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815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не сейчас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400050" y="5572125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4149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781BE-9370-414A-801A-5338E2A6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Рекомендация: отдельное ядро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CBCA6-767E-4201-A854-24E0B761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BF7D2-8568-4598-9B30-9ABA297A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Content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0DCCF-F6C1-42D4-BF70-17BCC26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Отдельный API + БД + workers рядом с FamilyOS в K3s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000750" y="14287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EC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6DE81-E150-4E62-955C-6D95F994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FamilyOS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A0757-A42B-4905-B3B9-633C9AF0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668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первый нестандартный адаптер, не source of 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3C489-F327-43B3-BC07-29109E4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n8n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4ABF8-6242-466C-9C75-5D8D121D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расписания и временные интеграции, не ядро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26271-F689-4529-8167-AA4C747A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LangGraph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C7A31-A088-4A99-BB17-5D6404B3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когда появятся сложные interrupts и 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72C65-8732-416F-984C-98EE6795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Open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5F30B-7AA1-48EF-AD00-03F4384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ядро + adapter SDK после стабилизации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DE7AE-7606-4CC2-B2C0-E559C0D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19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EECD1-DA0A-4F42-908B-4460D8FF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196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после внешнего пилота и готовности платить</a:t>
            </a:r>
          </a:p>
        </p:txBody>
      </p:sp>
    </p:spTree>
    <p:extLst>
      <p:ext uri="{BB962C8B-B14F-4D97-AF65-F5344CB8AC3E}">
        <p14:creationId xmlns:p14="http://schemas.microsoft.com/office/powerpoint/2010/main" val="1823878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398D7-6BCD-49C6-B458-AB98F81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FamilyOS уже требует три разных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3C4A0-8442-4F6C-BED9-07CBDEF5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B5FA9-F890-460A-8658-4FD40D32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PATTAYADOM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F7256-9CC9-4F00-9339-51CC8046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28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/api/v1/articles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EA050-827A-4725-88D7-7244C61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title · category · excerpt · body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2286000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CD97E-81FD-4815-B5D9-F498D46D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SOULARCHITECTURE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0904E-E30C-471F-8042-EFE5D66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/api/v1/soul/articles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4EBB4-F220-4074-AA66-8125089B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RU/EN fields · eyebrow · sort order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3638550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C5E33-C987-42A3-9779-05A910B6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AI.SOULARC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7B4D7-F9A3-4E5A-BDF8-F4624A38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/api/v1/soul/ai-notes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44E99-CB4C-42B6-878D-206F887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title · excerpt · body · view count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4991100"/>
            <a:ext cx="10934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EC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62E4D-F41B-499C-83AD-92854521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0934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9859B-6F2A-4BFA-BEFB-2BEAD82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Безопасный паттерн: POST draft с is_published=false → review → PATCH publish</a:t>
            </a:r>
          </a:p>
        </p:txBody>
      </p:sp>
    </p:spTree>
    <p:extLst>
      <p:ext uri="{BB962C8B-B14F-4D97-AF65-F5344CB8AC3E}">
        <p14:creationId xmlns:p14="http://schemas.microsoft.com/office/powerpoint/2010/main" val="2041430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AC60F-5802-44AB-9144-078A9BB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Рефлексия хранит наблюдения, не память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3743C-F490-43EA-89A8-F68FFAF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60D87-4454-4A65-A5CA-10FC0AA4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BC8C-3FA4-4279-92CB-E53113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Наблюдать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26098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C715C-F250-44FF-8FB9-F01B8EE4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канал · тема · формат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возраст публикации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reactions · clicks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ручной edit distance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4B530-91C2-44C9-8860-9B603CA3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09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F0ED4-3BBB-4962-8D09-F1E99E4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62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Нормализовать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210050" y="26098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AD607-A0D1-44B6-B516-DB6FBC04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против медианы канала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по формату и возрасту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с confidence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без ложных сравнений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2D617-82F6-4660-9F46-CB1003FA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9CEFE-8FFA-4F79-A4DF-85B8416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Проверять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8020050" y="26098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D28BD-6FBC-443B-9968-A43581CE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possible causes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next test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do_not_conclude</a:t>
            </a:r>
          </a:p>
          <a:p xmlns:a="http://schemas.openxmlformats.org/drawingml/2006/main">
            <a:pPr algn="l">
              <a:def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ссылка на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A0649-8618-4A1A-B6B1-9DFF258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Сигнал аудитории оптимизирует упаковку и выбор теста, но не определяет истинность утверждений</a:t>
            </a:r>
          </a:p>
        </p:txBody>
      </p:sp>
    </p:spTree>
    <p:extLst>
      <p:ext uri="{BB962C8B-B14F-4D97-AF65-F5344CB8AC3E}">
        <p14:creationId xmlns:p14="http://schemas.microsoft.com/office/powerpoint/2010/main" val="2064660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CA799-3574-4FD1-A7BB-D68A610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Пилот доказывает полный цикл за 6–8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19E12-9568-49D2-9B65-CC0F8AAD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742950" y="31242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F1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83202-3725-427B-9EA9-F2EDF5AA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D6DF8-E750-498C-9A00-DBCB3DE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Нед.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8F2F9-B171-49E0-BF16-FFFEC965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Контракт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FA322-B05B-4F81-BC7D-FA76285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schemas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risk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AE197-6A33-405F-92A6-7C7FCBB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099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64C30-D4F2-4BCF-BD3B-14FE8068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Нед. 1–2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08742-62A5-41B0-B4FD-2F7E5756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562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Ядро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A35F4-5C4D-4C70-A28E-865966A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767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versions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04E27-F17D-420E-8C3A-B2783B5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297B0-2C82-4563-88F0-2AEEBF1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Нед. 3–4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1F7A6-E965-4F2E-A375-EB2FF4A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Каналы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FD183-FE29-4539-9E96-1B35BB9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767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FamilyOS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Telegram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idempotency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74DD6-E2B2-4177-8408-66D8B930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099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B0F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11B28-95FF-4487-B16E-67B9F59D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Нед.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A2EA3-2DBF-477B-A963-DF63244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62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Рефлексия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66B80-D015-4D15-82D4-06BFADB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767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snapshots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next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1BCCB-914C-42DE-80DC-2143DB5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99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B510F-09E7-46A8-A270-8DC16D13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Нед. 6–8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B062C-5239-4242-AEAD-83DE612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8E684-4E8D-493D-957D-29AB081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767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8–12 items</a:t>
            </a:r>
          </a:p>
          <a:p xmlns:a="http://schemas.openxmlformats.org/drawingml/2006/main">
            <a:pPr algn="l">
              <a:def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decision gate</a:t>
            </a:r>
          </a:p>
        </p:txBody>
      </p:sp>
    </p:spTree>
    <p:extLst>
      <p:ext uri="{BB962C8B-B14F-4D97-AF65-F5344CB8AC3E}">
        <p14:creationId xmlns:p14="http://schemas.microsoft.com/office/powerpoint/2010/main" val="8936502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B41AD-24BA-4CA8-B3D3-495C3CF8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Продолжать только при измеримом эффекте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B75A5-30B0-4524-830E-655B88E1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F02C-7902-4C4D-A298-5D3E306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rPr>
              <a:t>ПРОДОЛЖАТЬ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78E68-0881-4989-AF87-F5A3FBD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100% публикаций связаны с approval</a:t>
            </a:r>
          </a:p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0 дублей из-за retry</a:t>
            </a:r>
          </a:p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≥70% черновиков доходят до публикации</a:t>
            </a:r>
          </a:p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ручное время на материал −30%</a:t>
            </a:r>
          </a:p>
          <a:p xmlns:a="http://schemas.openxmlformats.org/drawingml/2006/main">
            <a:pPr algn="l">
              <a:def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F14"/>
                </a:solidFill>
                <a:latin typeface="Helvetica Neue"/>
                <a:ea typeface="Helvetica Neue"/>
                <a:cs typeface="Helvetica Neue"/>
              </a:rPr>
              <a:t>рефлексия изменила следующие briefs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5905500" y="1381125"/>
            <a:ext cx="0" cy="404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EC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5AD4D-163E-4072-94E8-C1C74A66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0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ОСТАНОВИТЬ ИЛИ УПРОСТИТЬ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6AB5D-B2AA-45CD-A409-0D90BBD5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669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edit distance стабильно &gt;50%</a:t>
            </a:r>
          </a:p>
          <a:p xmlns:a="http://schemas.openxmlformats.org/drawingml/2006/main">
            <a:pPr algn="l">
              <a:def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журнал публикаций неполный</a:t>
            </a:r>
          </a:p>
          <a:p xmlns:a="http://schemas.openxmlformats.org/drawingml/2006/main">
            <a:pPr algn="l">
              <a:def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метрики не меняют решения</a:t>
            </a:r>
          </a:p>
          <a:p xmlns:a="http://schemas.openxmlformats.org/drawingml/2006/main">
            <a:pPr algn="l">
              <a:def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source/claims не проверяются</a:t>
            </a:r>
          </a:p>
          <a:p xmlns:a="http://schemas.openxmlformats.org/drawingml/2006/main">
            <a:pPr algn="l">
              <a:def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C6570"/>
                </a:solidFill>
                <a:latin typeface="Helvetica Neue"/>
                <a:ea typeface="Helvetica Neue"/>
                <a:cs typeface="Helvetica Neue"/>
              </a:rPr>
              <a:t>поддержка дороже ручного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5590604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9DC89-3FB4-48EF-8881-7F9AA6DA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ПЕРВОЕ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29E0-93C3-45F8-AAD5-DF11856C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Строить один вертикальный срез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01C22-9542-4C35-9211-65ADFC84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PattayaDom → FamilyOS draft → human approval → Telegram + FamilyOS publish → signals → reflection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95300" y="4819650"/>
            <a:ext cx="10810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31825-C732-4CB2-811C-4B42BA3A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Не начинать с Facebook, multi-agent swarm, open-source release или SaaS-биллинга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58CB2-001D-41DC-AC39-3F16171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852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2026-08-31T07:16:53.2450000Z</dcterms:created>
  <dcterms:modified xsi:type="dcterms:W3CDTF">2026-08-31T07:16:53.2450000Z</dcterms:modified>
</coreProperties>
</file>